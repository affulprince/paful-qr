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The redesign turns separate feature mockups into one unified church community platform across mobile and desktop.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improvement is "I Prayed For This": members record that they actually prayed, rather than simply liking a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2926080"/>
            <a:ext cx="7315200" cy="5943600"/>
          </a:xfrm>
          <a:prstGeom prst="ellipse">
            <a:avLst/>
          </a:prstGeom>
          <a:solidFill>
            <a:srgbClr val="3A1F7A">
              <a:alpha val="6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B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REDESIGN · MOBILE &amp; DESKTOP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05740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City4Christ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App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03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church community platform for the Bible, fellowship, prayer, ministry groups, sermons, events and member relationships.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4800600"/>
            <a:ext cx="916229" cy="256032"/>
          </a:xfrm>
          <a:prstGeom prst="roundRect">
            <a:avLst>
              <a:gd name="adj" fmla="val 50000"/>
            </a:avLst>
          </a:prstGeom>
          <a:solidFill>
            <a:srgbClr val="3A2D6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4800600"/>
            <a:ext cx="9162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538021" y="4800600"/>
            <a:ext cx="1344168" cy="256032"/>
          </a:xfrm>
          <a:prstGeom prst="roundRect">
            <a:avLst>
              <a:gd name="adj" fmla="val 50000"/>
            </a:avLst>
          </a:prstGeom>
          <a:solidFill>
            <a:srgbClr val="3A2D6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538021" y="4800600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Groups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55341" y="4800600"/>
            <a:ext cx="773582" cy="256032"/>
          </a:xfrm>
          <a:prstGeom prst="roundRect">
            <a:avLst>
              <a:gd name="adj" fmla="val 50000"/>
            </a:avLst>
          </a:prstGeom>
          <a:solidFill>
            <a:srgbClr val="3A2D6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955341" y="4800600"/>
            <a:ext cx="77358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5129784"/>
            <a:ext cx="1344168" cy="256032"/>
          </a:xfrm>
          <a:prstGeom prst="roundRect">
            <a:avLst>
              <a:gd name="adj" fmla="val 50000"/>
            </a:avLst>
          </a:prstGeom>
          <a:solidFill>
            <a:srgbClr val="3A2D6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5129784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Sermons &amp; Media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965960" y="5129784"/>
            <a:ext cx="1058875" cy="256032"/>
          </a:xfrm>
          <a:prstGeom prst="roundRect">
            <a:avLst>
              <a:gd name="adj" fmla="val 50000"/>
            </a:avLst>
          </a:prstGeom>
          <a:solidFill>
            <a:srgbClr val="3A2D6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965960" y="5129784"/>
            <a:ext cx="10588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Wall</a:t>
            </a:r>
            <a:endParaRPr lang="en-US" sz="1000" dirty="0"/>
          </a:p>
        </p:txBody>
      </p:sp>
      <p:pic>
        <p:nvPicPr>
          <p:cNvPr id="17" name="Image 0" descr="City4Christ mobile and desktop mocku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5135" y="1325880"/>
            <a:ext cx="6309360" cy="420624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281A5A">
                <a:alpha val="22000"/>
              </a:srgbClr>
            </a:outerShdw>
          </a:effectLst>
        </p:spPr>
      </p:pic>
      <p:sp>
        <p:nvSpPr>
          <p:cNvPr id="18" name="Text 14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City4Christ · Design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DESIGN VISION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separate feature mockups to one platform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City4Christ UI/UX Redesign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screens read as individual feature mockups. The redesign should feel like one church social and community platform. It should be as easy to use as a modern social app, but built around faith and fellowship.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260215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95728"/>
            <a:ext cx="384048" cy="384048"/>
          </a:xfrm>
          <a:prstGeom prst="ellipse">
            <a:avLst/>
          </a:prstGeom>
          <a:solidFill>
            <a:srgbClr val="E6DE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907792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18688"/>
            <a:ext cx="22363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design system, one navigation model and shared components across every module.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79394" y="2240280"/>
            <a:ext cx="260215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2274" y="2395728"/>
            <a:ext cx="384048" cy="384048"/>
          </a:xfrm>
          <a:prstGeom prst="ellipse">
            <a:avLst/>
          </a:prstGeom>
          <a:solidFill>
            <a:srgbClr val="E6DE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62274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62274" y="2907792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Participatory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62274" y="3218688"/>
            <a:ext cx="22363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pray, post, join and RSVP, not only read. Actions like “I Prayed For This” record real participation.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0148" y="2240280"/>
            <a:ext cx="260215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93028" y="2395728"/>
            <a:ext cx="384048" cy="384048"/>
          </a:xfrm>
          <a:prstGeom prst="ellipse">
            <a:avLst/>
          </a:prstGeom>
          <a:solidFill>
            <a:srgbClr val="E6DE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93028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93028" y="2907792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Word-centred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93028" y="3218688"/>
            <a:ext cx="22363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Scripture, devotionals and sermons appear everywhere, starting with the verse on the home screen.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40901" y="2240280"/>
            <a:ext cx="260215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23781" y="2395728"/>
            <a:ext cx="384048" cy="384048"/>
          </a:xfrm>
          <a:prstGeom prst="ellipse">
            <a:avLst/>
          </a:prstGeom>
          <a:solidFill>
            <a:srgbClr val="E6DEF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23781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223781" y="2907792"/>
            <a:ext cx="2236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Device-native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23781" y="3218688"/>
            <a:ext cx="223639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desktop are separate layouts built on one design system. Desktop is not a stretched phone screen.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526280"/>
            <a:ext cx="11094415" cy="1645920"/>
          </a:xfrm>
          <a:prstGeom prst="roundRect">
            <a:avLst>
              <a:gd name="adj" fmla="val 7778"/>
            </a:avLst>
          </a:prstGeom>
          <a:solidFill>
            <a:srgbClr val="F3EFF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4672584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core modules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5029200"/>
            <a:ext cx="2392619" cy="274320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1520" y="5029200"/>
            <a:ext cx="23926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Home / Member Dashboard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97291" y="5029200"/>
            <a:ext cx="1764975" cy="274320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197291" y="5029200"/>
            <a:ext cx="176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Ministry Groups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35418" y="5029200"/>
            <a:ext cx="1686519" cy="274320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035418" y="5029200"/>
            <a:ext cx="1686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Member Profile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95089" y="5029200"/>
            <a:ext cx="1764975" cy="274320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795089" y="5029200"/>
            <a:ext cx="176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Sermons &amp; Media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633216" y="5029200"/>
            <a:ext cx="1451153" cy="274320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633216" y="5029200"/>
            <a:ext cx="14511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Prayer Wall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5577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has a mobile composition and a desktop counterpart.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HOME / MEMBER DASHBOARD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starting point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City4Christ UI/UX Redesign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6" name="Image 0" descr="City4Christ home mobile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2131255" cy="46177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281A5A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153912"/>
            <a:ext cx="21312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137095" y="1463040"/>
            <a:ext cx="850596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319975" y="1609344"/>
            <a:ext cx="814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319975" y="1901952"/>
            <a:ext cx="814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City4Christ logo · Search · Notifications · Member avatar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137095" y="2395728"/>
            <a:ext cx="850596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319975" y="2542032"/>
            <a:ext cx="814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/ Daily Scripture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319975" y="2834640"/>
            <a:ext cx="814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of the day, Bible reference, a Listen button and a Daily Devotional button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137095" y="3328416"/>
            <a:ext cx="850596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319975" y="3474720"/>
            <a:ext cx="814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319975" y="3767328"/>
            <a:ext cx="1344168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319975" y="3767328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Prayer Wall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37295" y="3767328"/>
            <a:ext cx="1058875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737295" y="3767328"/>
            <a:ext cx="10588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Sermons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69323" y="3767328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869323" y="376732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Groups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930027" y="3767328"/>
            <a:ext cx="916229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930027" y="3767328"/>
            <a:ext cx="9162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Bible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919407" y="3767328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919407" y="376732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Events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137095" y="4261104"/>
            <a:ext cx="850596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3319975" y="4407408"/>
            <a:ext cx="814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Events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319975" y="4700016"/>
            <a:ext cx="814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· Title · Time · Location or Online · 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 / Remind Me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3137095" y="5193792"/>
            <a:ext cx="850596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3319975" y="5340096"/>
            <a:ext cx="814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Fellowship Feed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3319975" y="5632704"/>
            <a:ext cx="814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posts with reactions, comments, share and a more menu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HOME / MEMBER DASHBOARD, DESKTOP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Three-column dashboard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City4Christ UI/UX Redesign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6" name="Image 0" descr="Desktop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0842" y="1463040"/>
            <a:ext cx="4910012" cy="32461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281A5A">
                <a:alpha val="22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548640" y="4983480"/>
            <a:ext cx="351525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5129784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· Sidebar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422392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Bible / Word · Sermons · Ministry Groups · Events · Prayer Wall · Chat · Members · Notifications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8218" y="4983480"/>
            <a:ext cx="351525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21098" y="5129784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· Content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21098" y="5422392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Scripture hero · Events · Fellowship feed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27797" y="4983480"/>
            <a:ext cx="351525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310677" y="5129784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· Context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310677" y="5422392"/>
            <a:ext cx="3149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events · Prayer activity · Suggested groups · Online members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MINISTRY GROUPS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filter, compact cards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City4Christ UI/UX Redesign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6" name="Image 0" descr="City4Christ groups mobile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953651" cy="46177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281A5A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153912"/>
            <a:ext cx="19536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2959491" y="1463040"/>
            <a:ext cx="86835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original large cards with a cleaner layout built on search, filters and compact cards.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959491" y="1874520"/>
            <a:ext cx="4227482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142371" y="2020824"/>
            <a:ext cx="3861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&amp; search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142371" y="2240280"/>
            <a:ext cx="38617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Groups | My Groups | Nearby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🔍 Search groups...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15573" y="1874520"/>
            <a:ext cx="4227482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598453" y="2020824"/>
            <a:ext cx="3861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598453" y="2240280"/>
            <a:ext cx="844906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598453" y="2240280"/>
            <a:ext cx="844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516511" y="2240280"/>
            <a:ext cx="916229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516511" y="2240280"/>
            <a:ext cx="9162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505891" y="2240280"/>
            <a:ext cx="702259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505891" y="2240280"/>
            <a:ext cx="7022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0281303" y="2240280"/>
            <a:ext cx="844906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281303" y="2240280"/>
            <a:ext cx="844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598453" y="2569464"/>
            <a:ext cx="1058875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598453" y="2569464"/>
            <a:ext cx="10588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day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730480" y="2569464"/>
            <a:ext cx="1486814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730480" y="2569464"/>
            <a:ext cx="1486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/ physical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959491" y="3200400"/>
            <a:ext cx="8683564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3142371" y="3346704"/>
            <a:ext cx="83178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card, for example Youth Explosion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142371" y="3520440"/>
            <a:ext cx="39531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image</a:t>
            </a:r>
            <a:endParaRPr lang="en-US" sz="11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11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 contact</a:t>
            </a:r>
            <a:endParaRPr lang="en-US" sz="11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day &amp; time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7415573" y="3520440"/>
            <a:ext cx="39531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count</a:t>
            </a:r>
            <a:endParaRPr lang="en-US" sz="11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</a:t>
            </a:r>
            <a:endParaRPr lang="en-US" sz="11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50" b="1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Group · Join Group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2959491" y="4754880"/>
            <a:ext cx="8683564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3142371" y="4901184"/>
            <a:ext cx="83178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3142371" y="5193792"/>
            <a:ext cx="83178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two-column card grid. A right panel shows group information: leader, meeting schedule, location, members and upcoming activities.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MINISTRY GROUPS, DETAIL &amp; DESKTOP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group gets a home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City4Christ UI/UX Redesign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657600" cy="4754880"/>
          </a:xfrm>
          <a:prstGeom prst="roundRect">
            <a:avLst>
              <a:gd name="adj" fmla="val 3500"/>
            </a:avLst>
          </a:prstGeom>
          <a:solidFill>
            <a:srgbClr val="F3EFF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093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detail page (mobile)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74520"/>
            <a:ext cx="3246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Cover Image ]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Youth Explosion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Youth Ministry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Leader: Youth Minister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Friday • 7:00 PM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156 Members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Join Group ]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 · Group Feed · Members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 · Discussion · Media</a:t>
            </a:r>
            <a:endParaRPr lang="en-US" sz="1150" dirty="0"/>
          </a:p>
        </p:txBody>
      </p:sp>
      <p:pic>
        <p:nvPicPr>
          <p:cNvPr id="9" name="Image 0" descr="Desktop ministry groups gr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8568" y="1463040"/>
            <a:ext cx="6309360" cy="5604404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281A5A">
                <a:alpha val="22000"/>
              </a:srgbClr>
            </a:outerShdw>
          </a:effectLst>
        </p:spPr>
      </p:pic>
      <p:sp>
        <p:nvSpPr>
          <p:cNvPr id="10" name="Text 7"/>
          <p:cNvSpPr txBox="1"/>
          <p:nvPr/>
        </p:nvSpPr>
        <p:spPr>
          <a:xfrm>
            <a:off x="4998568" y="715888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· TWO-COLUMN GROUP GRID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MEMBER PROFILE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community profile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City4Christ UI/UX Redesign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6" name="Image 0" descr="City4Christ profile mobile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707737" cy="46177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281A5A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153912"/>
            <a:ext cx="17077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13577" y="1463040"/>
            <a:ext cx="4350439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896457" y="1609344"/>
            <a:ext cx="39846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896457" y="1901952"/>
            <a:ext cx="39846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photo, profile photo, name, ministry and a personal verse. Counts for posts, followers and following. 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Profile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292616" y="1463040"/>
            <a:ext cx="4350439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475496" y="1609344"/>
            <a:ext cx="39846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badges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75496" y="1828800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FDECC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475496" y="182880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Leader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536200" y="1828800"/>
            <a:ext cx="1415491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36200" y="1828800"/>
            <a:ext cx="14154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Worship Team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0024843" y="1828800"/>
            <a:ext cx="1130198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024843" y="1828800"/>
            <a:ext cx="11301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Outreach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13577" y="2724912"/>
            <a:ext cx="4350439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2896457" y="2871216"/>
            <a:ext cx="39846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896457" y="3063240"/>
            <a:ext cx="1058875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2896457" y="3063240"/>
            <a:ext cx="10588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Bible Study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028484" y="3063240"/>
            <a:ext cx="1130198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028484" y="3063240"/>
            <a:ext cx="11301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Marrieds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231834" y="3063240"/>
            <a:ext cx="1130198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231834" y="3063240"/>
            <a:ext cx="11301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Discipleship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896457" y="3392424"/>
            <a:ext cx="630936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896457" y="3392424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600545" y="3392424"/>
            <a:ext cx="630936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600545" y="3392424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292616" y="2724912"/>
            <a:ext cx="4350439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7475496" y="2871216"/>
            <a:ext cx="39846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tabs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475496" y="3108960"/>
            <a:ext cx="39846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 | Media | Groups | Events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713577" y="3803904"/>
            <a:ext cx="8929479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2896457" y="3950208"/>
            <a:ext cx="8563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layout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2896457" y="4114800"/>
            <a:ext cx="856371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┌──────────────────────────────────────────────┐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Cover Image                                  │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├───────┬───────────────────┬──────────────────┤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Photo │ Name · Ministry   │   Edit Profile   │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├───────┴───────────────────┴──────────────────┤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Posts  ·  Followers  ·  Following            │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├──────────────┬───────────────────────────────┤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Badges       │ About                         │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Interests    │ Recent Posts                  │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Groups       │ Media                         │</a:t>
            </a:r>
            <a:endParaRPr lang="en-US" sz="9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└──────────────┴───────────────────────────────┘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SERMONS &amp; MEDIA / WORD HUB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Christian media library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City4Christ UI/UX Redesign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6" name="Image 0" descr="City4Christ sermons mobile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899003" cy="46177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281A5A">
                <a:alpha val="22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548640" y="6153912"/>
            <a:ext cx="18990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904843" y="1463040"/>
            <a:ext cx="4254806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087723" y="1609344"/>
            <a:ext cx="3889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087723" y="1828800"/>
            <a:ext cx="3889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Featured | Series | Topics | Pastors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88249" y="1463040"/>
            <a:ext cx="4254806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571129" y="1609344"/>
            <a:ext cx="3889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filters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571129" y="1810512"/>
            <a:ext cx="630936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571129" y="1810512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275217" y="1810512"/>
            <a:ext cx="702259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75217" y="1810512"/>
            <a:ext cx="7022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050628" y="1810512"/>
            <a:ext cx="559613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050628" y="1810512"/>
            <a:ext cx="5596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683393" y="1810512"/>
            <a:ext cx="702259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683393" y="1810512"/>
            <a:ext cx="7022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904843" y="2395728"/>
            <a:ext cx="4254806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3087723" y="2542032"/>
            <a:ext cx="3889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series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3087723" y="2834640"/>
            <a:ext cx="38890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promotional card, for example 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of Acts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Pastor Dave and Pastor Tim, and a Play Series button.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88249" y="2395728"/>
            <a:ext cx="4254806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571129" y="2542032"/>
            <a:ext cx="3889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listening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571129" y="2743200"/>
            <a:ext cx="38890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Finding Peace · Pastor Dave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████████░░░░  12:35 / 25:00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904843" y="3557016"/>
            <a:ext cx="8738212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087723" y="3703320"/>
            <a:ext cx="8372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features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087723" y="3886200"/>
            <a:ext cx="1130198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087723" y="3886200"/>
            <a:ext cx="11301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player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291074" y="3886200"/>
            <a:ext cx="1130198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4291074" y="3886200"/>
            <a:ext cx="11301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player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94424" y="3886200"/>
            <a:ext cx="844906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494424" y="3886200"/>
            <a:ext cx="8449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412482" y="3886200"/>
            <a:ext cx="630936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412482" y="3886200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116570" y="3886200"/>
            <a:ext cx="559613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116570" y="3886200"/>
            <a:ext cx="5596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749334" y="3886200"/>
            <a:ext cx="1272845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7749334" y="3886200"/>
            <a:ext cx="12728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notes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9095331" y="3886200"/>
            <a:ext cx="1415491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9095331" y="3886200"/>
            <a:ext cx="14154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Bible references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087723" y="4215384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3087723" y="421538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148427" y="4215384"/>
            <a:ext cx="1344168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4148427" y="4215384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sermons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2904843" y="4764024"/>
            <a:ext cx="8738212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48" name="Text 45"/>
          <p:cNvSpPr txBox="1"/>
          <p:nvPr/>
        </p:nvSpPr>
        <p:spPr>
          <a:xfrm>
            <a:off x="3087723" y="4910328"/>
            <a:ext cx="8372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Desktop: full media dashboard with a fixed player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3087723" y="5074920"/>
            <a:ext cx="83724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Featured Series → Continue Listening → Latest → Popular → Series → Topics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Finding Peace · Pastor Dave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00:12:35 ━━━━━━━━━━━━━━ 00:25:00      ↶ 10s   ▶   10s ↷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PRAYER WALL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 feature, not just another feed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City4Christ UI/UX Redesign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7" name="Image 0" descr="City4Christ prayer mobile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994636" cy="461772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281A5A">
                <a:alpha val="22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548640" y="6153912"/>
            <a:ext cx="19946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000476" y="1463040"/>
            <a:ext cx="4206989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3183356" y="1609344"/>
            <a:ext cx="3841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composer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183356" y="1901952"/>
            <a:ext cx="38412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“Share a Prayer Request. We believe in the power of prayer.” A text field (500 characters), a privacy selector and a </a:t>
            </a:r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Prayer Request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button.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436066" y="1463040"/>
            <a:ext cx="4206989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7618946" y="1609344"/>
            <a:ext cx="3841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options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618946" y="1828800"/>
            <a:ext cx="702259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618946" y="1828800"/>
            <a:ext cx="7022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394357" y="1828800"/>
            <a:ext cx="1415491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394357" y="1828800"/>
            <a:ext cx="14154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Community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9883000" y="1828800"/>
            <a:ext cx="1486814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9883000" y="1828800"/>
            <a:ext cx="14868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Ministry Group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618946" y="2157984"/>
            <a:ext cx="1058875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18946" y="2157984"/>
            <a:ext cx="10588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 Only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750973" y="2157984"/>
            <a:ext cx="916229" cy="256032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750973" y="2157984"/>
            <a:ext cx="9162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000476" y="2852928"/>
            <a:ext cx="8642579" cy="960120"/>
          </a:xfrm>
          <a:prstGeom prst="roundRect">
            <a:avLst>
              <a:gd name="adj" fmla="val 13333"/>
            </a:avLst>
          </a:prstGeom>
          <a:solidFill>
            <a:srgbClr val="FFFAF0"/>
          </a:solidFill>
          <a:ln w="19050">
            <a:solidFill>
              <a:srgbClr val="F4B73B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3183356" y="2999232"/>
            <a:ext cx="827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interaction: 🙏 I PRAYED FOR THIS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3183356" y="3291840"/>
            <a:ext cx="827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don’t just like a prayer. They record that they actually prayed. The count shows the requester how many people are praying for them.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3000476" y="3931920"/>
            <a:ext cx="4206989" cy="2157984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3183356" y="4078224"/>
            <a:ext cx="3841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card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3183356" y="4279392"/>
            <a:ext cx="384122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Linda Mensah · 2 hours ago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Pray for my family as we travel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weekend. 🙏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🙏 I PRAYED FOR THIS (24)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❤️ 12        💬 3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436066" y="3931920"/>
            <a:ext cx="4206989" cy="2157984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31" name="Text 27"/>
          <p:cNvSpPr txBox="1"/>
          <p:nvPr/>
        </p:nvSpPr>
        <p:spPr>
          <a:xfrm>
            <a:off x="7618946" y="4078224"/>
            <a:ext cx="3841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7618946" y="4279392"/>
            <a:ext cx="3841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Prayer Feed | Answered Prayers</a:t>
            </a:r>
            <a:endParaRPr lang="en-US" sz="1050" dirty="0"/>
          </a:p>
        </p:txBody>
      </p:sp>
      <p:sp>
        <p:nvSpPr>
          <p:cNvPr id="33" name="Text 29"/>
          <p:cNvSpPr txBox="1"/>
          <p:nvPr/>
        </p:nvSpPr>
        <p:spPr>
          <a:xfrm>
            <a:off x="7618946" y="4663440"/>
            <a:ext cx="3841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prayer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7618946" y="4983480"/>
            <a:ext cx="384122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🙏 Prayer Answered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“God answered our prayer...”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❤️ 24 people prayed · 💬 8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NAVIGATION &amp; INTERACTION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creation button, two navigation patterns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City4Christ UI/UX Redesign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87188" cy="4754880"/>
          </a:xfrm>
          <a:prstGeom prst="roundRect">
            <a:avLst>
              <a:gd name="adj" fmla="val 2692"/>
            </a:avLst>
          </a:prstGeom>
          <a:solidFill>
            <a:srgbClr val="F3EFF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09344"/>
            <a:ext cx="502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5-item bottom navigation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1965960"/>
            <a:ext cx="4929988" cy="6858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965960"/>
            <a:ext cx="985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763238" y="1965960"/>
            <a:ext cx="985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Word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67914" y="2029968"/>
            <a:ext cx="548640" cy="548640"/>
          </a:xfrm>
          <a:prstGeom prst="ellipse">
            <a:avLst/>
          </a:prstGeom>
          <a:solidFill>
            <a:srgbClr val="6B3F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67914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3735233" y="1965960"/>
            <a:ext cx="985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Prayer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721230" y="1965960"/>
            <a:ext cx="985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Chat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834640"/>
            <a:ext cx="4929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center </a:t>
            </a:r>
            <a:pPr indent="0" marL="0">
              <a:buNone/>
            </a:pPr>
            <a:r>
              <a:rPr lang="en-US" sz="1200" b="1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pPr indent="0" marL="0">
              <a:buNone/>
            </a:pPr>
            <a:r>
              <a:rPr lang="en-US" sz="12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main creation button. It opens a bottom sheet: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200400"/>
            <a:ext cx="4929988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5840" y="3675888"/>
            <a:ext cx="2144954" cy="457200"/>
          </a:xfrm>
          <a:prstGeom prst="roundRect">
            <a:avLst>
              <a:gd name="adj" fmla="val 24000"/>
            </a:avLst>
          </a:prstGeom>
          <a:solidFill>
            <a:srgbClr val="F3EF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43000" y="3675888"/>
            <a:ext cx="1870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Post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3674" y="3675888"/>
            <a:ext cx="2144954" cy="457200"/>
          </a:xfrm>
          <a:prstGeom prst="roundRect">
            <a:avLst>
              <a:gd name="adj" fmla="val 24000"/>
            </a:avLst>
          </a:prstGeom>
          <a:solidFill>
            <a:srgbClr val="F3EF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70834" y="3675888"/>
            <a:ext cx="1870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Prayer Request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5840" y="4242816"/>
            <a:ext cx="2144954" cy="457200"/>
          </a:xfrm>
          <a:prstGeom prst="roundRect">
            <a:avLst>
              <a:gd name="adj" fmla="val 24000"/>
            </a:avLst>
          </a:prstGeom>
          <a:solidFill>
            <a:srgbClr val="F3EFF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143000" y="4242816"/>
            <a:ext cx="1870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Photo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3674" y="4242816"/>
            <a:ext cx="2144954" cy="457200"/>
          </a:xfrm>
          <a:prstGeom prst="roundRect">
            <a:avLst>
              <a:gd name="adj" fmla="val 24000"/>
            </a:avLst>
          </a:prstGeom>
          <a:solidFill>
            <a:srgbClr val="F3EFF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70834" y="4242816"/>
            <a:ext cx="1870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Video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05840" y="4809744"/>
            <a:ext cx="2144954" cy="457200"/>
          </a:xfrm>
          <a:prstGeom prst="roundRect">
            <a:avLst>
              <a:gd name="adj" fmla="val 24000"/>
            </a:avLst>
          </a:prstGeom>
          <a:solidFill>
            <a:srgbClr val="F3EF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143000" y="4809744"/>
            <a:ext cx="1870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Event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33674" y="4809744"/>
            <a:ext cx="2144954" cy="457200"/>
          </a:xfrm>
          <a:prstGeom prst="roundRect">
            <a:avLst>
              <a:gd name="adj" fmla="val 24000"/>
            </a:avLst>
          </a:prstGeom>
          <a:solidFill>
            <a:srgbClr val="F3EF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470834" y="4809744"/>
            <a:ext cx="1870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Testimony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669280"/>
            <a:ext cx="49299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stays one tap away, so the rest of the interface stays clean.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55868" y="1463040"/>
            <a:ext cx="5387188" cy="4754880"/>
          </a:xfrm>
          <a:prstGeom prst="roundRect">
            <a:avLst>
              <a:gd name="adj" fmla="val 2692"/>
            </a:avLst>
          </a:prstGeom>
          <a:solidFill>
            <a:srgbClr val="160D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38748" y="1609344"/>
            <a:ext cx="502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· persistent left sidebar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38748" y="1901952"/>
            <a:ext cx="5021428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does not use the mobile bottom navigation.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484468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B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CITY4CHRIST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38748" y="2615184"/>
            <a:ext cx="2377440" cy="274320"/>
          </a:xfrm>
          <a:prstGeom prst="roundRect">
            <a:avLst>
              <a:gd name="adj" fmla="val 26667"/>
            </a:avLst>
          </a:prstGeom>
          <a:solidFill>
            <a:srgbClr val="6B3FE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48476" y="26334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548476" y="29352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Bible / Word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548476" y="32369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Sermons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548476" y="35387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Ministry Groups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548476" y="3840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Events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548476" y="41422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Prayer Wall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6548476" y="44439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Chat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548476" y="47457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Members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6548476" y="50474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Notifications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6548476" y="54406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Settings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090508" y="2286000"/>
            <a:ext cx="2323948" cy="457200"/>
          </a:xfrm>
          <a:prstGeom prst="roundRect">
            <a:avLst>
              <a:gd name="adj" fmla="val 24000"/>
            </a:avLst>
          </a:prstGeom>
          <a:solidFill>
            <a:srgbClr val="2A1E4E"/>
          </a:solidFill>
          <a:ln w="9525">
            <a:solidFill>
              <a:srgbClr val="3C2F6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227668" y="2286000"/>
            <a:ext cx="2095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 anything…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090508" y="2880360"/>
            <a:ext cx="23239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bar: search, notifications 🔔 and the member avatar 👤 with name.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DESIGN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for every screen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City4Christ UI/UX Redesign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645920" cy="777240"/>
          </a:xfrm>
          <a:prstGeom prst="roundRect">
            <a:avLst>
              <a:gd name="adj" fmla="val 14118"/>
            </a:avLst>
          </a:prstGeom>
          <a:solidFill>
            <a:srgbClr val="160D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700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#160D2E · primary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77440" y="1828800"/>
            <a:ext cx="1645920" cy="777240"/>
          </a:xfrm>
          <a:prstGeom prst="roundRect">
            <a:avLst>
              <a:gd name="adj" fmla="val 14118"/>
            </a:avLst>
          </a:prstGeom>
          <a:solidFill>
            <a:srgbClr val="6B3F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377440" y="26700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Purple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2880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#6B3FE0 · actions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06240" y="1828800"/>
            <a:ext cx="1645920" cy="777240"/>
          </a:xfrm>
          <a:prstGeom prst="roundRect">
            <a:avLst>
              <a:gd name="adj" fmla="val 14118"/>
            </a:avLst>
          </a:prstGeom>
          <a:solidFill>
            <a:srgbClr val="F4B7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06240" y="26700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2880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#F4B73B · highlights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1645920" cy="777240"/>
          </a:xfrm>
          <a:prstGeom prst="roundRect">
            <a:avLst>
              <a:gd name="adj" fmla="val 14118"/>
            </a:avLst>
          </a:prstGeom>
          <a:solidFill>
            <a:srgbClr val="E6DE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1330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Lavender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434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#E6DEFB · pills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77440" y="3291840"/>
            <a:ext cx="1645920" cy="777240"/>
          </a:xfrm>
          <a:prstGeom prst="roundRect">
            <a:avLst>
              <a:gd name="adj" fmla="val 14118"/>
            </a:avLst>
          </a:prstGeom>
          <a:solidFill>
            <a:srgbClr val="F3EFFD"/>
          </a:solidFill>
          <a:ln w="9525">
            <a:solidFill>
              <a:srgbClr val="DDD5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77440" y="41330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Lavender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377440" y="43434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#F3EFFD · desktop bg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3291840"/>
            <a:ext cx="1645920" cy="777240"/>
          </a:xfrm>
          <a:prstGeom prst="roundRect">
            <a:avLst>
              <a:gd name="adj" fmla="val 14118"/>
            </a:avLst>
          </a:prstGeom>
          <a:solidFill>
            <a:srgbClr val="8A5C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06240" y="413308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2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43434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6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#8A5CF6 · gradients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8463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very light lavender or white for desktop content areas, and deep navy or purple for selected dark sections.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1828800"/>
            <a:ext cx="1737360" cy="438912"/>
          </a:xfrm>
          <a:prstGeom prst="roundRect">
            <a:avLst>
              <a:gd name="adj" fmla="val 25000"/>
            </a:avLst>
          </a:prstGeom>
          <a:solidFill>
            <a:srgbClr val="6B3F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09360" y="18288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 / Remind Me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83880" y="1828800"/>
            <a:ext cx="9144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DD5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83880" y="18288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235440" y="1920240"/>
            <a:ext cx="2036003" cy="246888"/>
          </a:xfrm>
          <a:prstGeom prst="roundRect">
            <a:avLst>
              <a:gd name="adj" fmla="val 50000"/>
            </a:avLst>
          </a:prstGeom>
          <a:solidFill>
            <a:srgbClr val="FDECC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235440" y="1920240"/>
            <a:ext cx="203600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I PRAYED FOR THIS (24)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235440" y="2240280"/>
            <a:ext cx="680862" cy="246888"/>
          </a:xfrm>
          <a:prstGeom prst="roundRect">
            <a:avLst>
              <a:gd name="adj" fmla="val 50000"/>
            </a:avLst>
          </a:prstGeom>
          <a:solidFill>
            <a:srgbClr val="E6DEF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235440" y="2240280"/>
            <a:ext cx="68086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9360" y="2606040"/>
            <a:ext cx="257540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6492240" y="2752344"/>
            <a:ext cx="2209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3044952"/>
            <a:ext cx="2209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16–24px border radius · soft shadows · rounded avatars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67648" y="2606040"/>
            <a:ext cx="257540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9250528" y="2752344"/>
            <a:ext cx="2209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250528" y="3044952"/>
            <a:ext cx="2209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touch targets (44px minimum) · pill badges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3794760"/>
            <a:ext cx="257540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6492240" y="3941064"/>
            <a:ext cx="2209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492240" y="4233672"/>
            <a:ext cx="2209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loading states · toast notifications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067648" y="3794760"/>
            <a:ext cx="257540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9250528" y="3941064"/>
            <a:ext cx="2209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Overlays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250528" y="4233672"/>
            <a:ext cx="2209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dialogs on desktop · bottom sheets on mobile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6309360" y="5029200"/>
            <a:ext cx="5333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icon set with a consistent stroke weight everywhere.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RESPONSIVE STRATEGY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vs. tablet vs. desktop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City4Christ UI/UX Redesign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desktop should not be scaled versions of each other. Each breakpoint gets its own composition.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15258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1975104"/>
            <a:ext cx="3149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12848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390–430px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697480"/>
            <a:ext cx="31494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navigation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Single-column cards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Swipeable sections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sheets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+ create button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8218" y="1828800"/>
            <a:ext cx="3515258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21098" y="1975104"/>
            <a:ext cx="3149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21098" y="2212848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768–1024px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521098" y="2697480"/>
            <a:ext cx="31494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Two-column layouts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Collapsible sidebar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grid with two cards per row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player docked at the bottom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27797" y="1828800"/>
            <a:ext cx="3515258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10677" y="1975104"/>
            <a:ext cx="3149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310677" y="2212848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1280px+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10677" y="2697480"/>
            <a:ext cx="31494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sidebar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 to three-column dashboard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content areas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media player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B3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Right-hand context panel</a:t>
            </a:r>
            <a:endParaRPr lang="en-US" sz="1150" dirty="0"/>
          </a:p>
        </p:txBody>
      </p:sp>
      <p:pic>
        <p:nvPicPr>
          <p:cNvPr id="19" name="Image 0" descr="Desktop d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3346" y="4572000"/>
            <a:ext cx="2420428" cy="16002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281A5A">
                <a:alpha val="22000"/>
              </a:srgbClr>
            </a:outerShdw>
          </a:effectLst>
        </p:spPr>
      </p:pic>
      <p:pic>
        <p:nvPicPr>
          <p:cNvPr id="20" name="Image 1" descr="Desktop dGroup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2374" y="4572000"/>
            <a:ext cx="1801483" cy="16002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281A5A">
                <a:alpha val="22000"/>
              </a:srgbClr>
            </a:outerShdw>
          </a:effectLst>
        </p:spPr>
      </p:pic>
      <p:pic>
        <p:nvPicPr>
          <p:cNvPr id="21" name="Image 2" descr="Desktop dProfi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457" y="4572000"/>
            <a:ext cx="1685745" cy="16002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281A5A">
                <a:alpha val="22000"/>
              </a:srgbClr>
            </a:outerShdw>
          </a:effectLst>
        </p:spPr>
      </p:pic>
      <p:pic>
        <p:nvPicPr>
          <p:cNvPr id="22" name="Image 3" descr="Desktop dSermo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6802" y="4572000"/>
            <a:ext cx="1811547" cy="16002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281A5A">
                <a:alpha val="22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APPLICATION STRUCTURE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D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information architecture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City4Christ UI/UX Redesign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A6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15258" cy="475488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305805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CITY4CHRIST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Dashboard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Daily Scripture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Devotional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Quick Actions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Events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Fellowship Feed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Bible / Word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Bible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Devotionals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Reading Plans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Bookmarks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Sermons &amp; Media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Featured · Sermons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Series · Topics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Pastors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Audio Player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38218" y="1463040"/>
            <a:ext cx="3515258" cy="475488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66818" y="1645920"/>
            <a:ext cx="305805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Ministry Groups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All Groups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My Groups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Group Details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Group Feed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Group Events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Members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Prayer Wall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Prayer Feed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Submit Prayer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My Prayers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Answered Prayers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Events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Upcoming · Calendar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RSVP · Reminders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7797" y="1463040"/>
            <a:ext cx="3515258" cy="475488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DDD5F2"/>
            </a:solidFill>
            <a:prstDash val="solid"/>
          </a:ln>
          <a:effectLst>
            <a:outerShdw sx="100000" sy="100000" kx="0" ky="0" algn="bl" rotWithShape="0" blurRad="101600" dist="12700" dir="5400000">
              <a:srgbClr val="281A5A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56397" y="1645920"/>
            <a:ext cx="305805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Community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Posts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Testimonies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Members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Chat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Profile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Profile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Badges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Interests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Posts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Groups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2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Settings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2926080"/>
            <a:ext cx="7315200" cy="5943600"/>
          </a:xfrm>
          <a:prstGeom prst="ellipse">
            <a:avLst/>
          </a:prstGeom>
          <a:solidFill>
            <a:srgbClr val="3A1F7A">
              <a:alpha val="6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B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IMPLEMENTATION APPROACH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system first, then the screens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City4Christ UI/UX Redesign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567864" cy="2148840"/>
          </a:xfrm>
          <a:prstGeom prst="roundRect">
            <a:avLst>
              <a:gd name="adj" fmla="val 5957"/>
            </a:avLst>
          </a:prstGeom>
          <a:solidFill>
            <a:srgbClr val="2A1E4E"/>
          </a:solidFill>
          <a:ln w="9525">
            <a:solidFill>
              <a:srgbClr val="3C2F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83664"/>
            <a:ext cx="220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4B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21408"/>
            <a:ext cx="220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tokens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14016"/>
            <a:ext cx="220210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type scale, spacing, radius, shadow and motion, defined once and shared by every platform.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90824" y="1737360"/>
            <a:ext cx="2567864" cy="2148840"/>
          </a:xfrm>
          <a:prstGeom prst="roundRect">
            <a:avLst>
              <a:gd name="adj" fmla="val 5957"/>
            </a:avLst>
          </a:prstGeom>
          <a:solidFill>
            <a:srgbClr val="2A1E4E"/>
          </a:solidFill>
          <a:ln w="9525">
            <a:solidFill>
              <a:srgbClr val="3C2F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73704" y="1883664"/>
            <a:ext cx="220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4B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573704" y="2121408"/>
            <a:ext cx="220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library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73704" y="2414016"/>
            <a:ext cx="220210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Buttons, pills, cards, avatars, feed items, prayer cards, media player, sheets, modals, toasts and skeletons.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3008" y="1737360"/>
            <a:ext cx="2567864" cy="2148840"/>
          </a:xfrm>
          <a:prstGeom prst="roundRect">
            <a:avLst>
              <a:gd name="adj" fmla="val 5957"/>
            </a:avLst>
          </a:prstGeom>
          <a:solidFill>
            <a:srgbClr val="2A1E4E"/>
          </a:solidFill>
          <a:ln w="9525">
            <a:solidFill>
              <a:srgbClr val="3C2F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15888" y="1883664"/>
            <a:ext cx="220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4B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2121408"/>
            <a:ext cx="220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compositions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15888" y="2414016"/>
            <a:ext cx="220210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Groups, Profile, Sermons and Prayer Wall with bottom navigation and the Create sheet.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75191" y="1737360"/>
            <a:ext cx="2567864" cy="2148840"/>
          </a:xfrm>
          <a:prstGeom prst="roundRect">
            <a:avLst>
              <a:gd name="adj" fmla="val 5957"/>
            </a:avLst>
          </a:prstGeom>
          <a:solidFill>
            <a:srgbClr val="2A1E4E"/>
          </a:solidFill>
          <a:ln w="9525">
            <a:solidFill>
              <a:srgbClr val="3C2F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58071" y="1883664"/>
            <a:ext cx="220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4B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258071" y="2121408"/>
            <a:ext cx="220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compositions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58071" y="2414016"/>
            <a:ext cx="220210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F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shell, multi-column dashboards, a fixed media player and context panels, as separate layouts.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11094415" cy="1600200"/>
          </a:xfrm>
          <a:prstGeom prst="roundRect">
            <a:avLst>
              <a:gd name="adj" fmla="val 8000"/>
            </a:avLst>
          </a:prstGeom>
          <a:solidFill>
            <a:srgbClr val="2A1E4E"/>
          </a:solidFill>
          <a:ln w="19050">
            <a:solidFill>
              <a:srgbClr val="F4B7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443984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B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redesign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736592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separate feature mockups into one church community platform. It should be as easy to use as a modern social app, and centered on the Bible, fellowship, prayer, ministry groups, sermons, events and member relationships.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City4Christ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City4Christ Mobile &amp; Desktop UI/UX Redesign</dc:title>
  <dc:subject>PptxGenJS Presentation</dc:subject>
  <dc:creator>PptxGenJS</dc:creator>
  <cp:lastModifiedBy>PptxGenJS</cp:lastModifiedBy>
  <cp:revision>1</cp:revision>
  <dcterms:created xsi:type="dcterms:W3CDTF">2026-09-24T16:27:13Z</dcterms:created>
  <dcterms:modified xsi:type="dcterms:W3CDTF">2026-09-24T16:27:13Z</dcterms:modified>
</cp:coreProperties>
</file>